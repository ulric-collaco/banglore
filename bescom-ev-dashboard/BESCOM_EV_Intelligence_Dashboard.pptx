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ode\banglore\bescom-ev-dashboard\src\assets\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0"/>
            <a:ext cx="614476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53328" y="0"/>
            <a:ext cx="6144768" cy="6858000"/>
          </a:xfrm>
          <a:prstGeom prst="rect">
            <a:avLst/>
          </a:prstGeom>
          <a:solidFill>
            <a:srgbClr val="0F172A">
              <a:alpha val="32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640080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1792" y="694944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</a:rPr>
              <a:t>React + Vite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2121408" y="640080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94560" y="694944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F766E"/>
                </a:solidFill>
              </a:rPr>
              <a:t>deck.gl maps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3694176" y="640080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67328" y="694944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Local JS models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30352" y="13258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72033"/>
                </a:solidFill>
              </a:rPr>
              <a:t>BESCOM EV Intelligence Dashboard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566928" y="2761488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A decision-support cockpit for Bengaluru EV charging operations, infrastructure placement, and transparent model audit.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" y="3977640"/>
            <a:ext cx="1664208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4133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25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13232" y="4526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existing charging stations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2423160" y="3977640"/>
            <a:ext cx="178308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69464" y="4133088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</a:rPr>
              <a:t>15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2569464" y="4526280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recommended buildout sites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4407408" y="3977640"/>
            <a:ext cx="18288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53712" y="413308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</a:rPr>
              <a:t>2.4 MW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553712" y="452628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planned fast-charging capacity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566928" y="60533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Project presentation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</a:rPr>
              <a:t>Charging demand is becoming a grid operations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15214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 dashboard frames EV charging as a spatial, temporal, and infrastructure planning challenge.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214884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84248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</a:rPr>
              <a:t>69%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3232" y="2377440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average network load at 6 PM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2971800" y="1828800"/>
            <a:ext cx="214884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18104" y="1984248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18104" y="2377440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critical station before buildout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5376672" y="1828800"/>
            <a:ext cx="214884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22976" y="1984248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12 AM-4 AM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22976" y="2377440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lowest-load scheduling window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33756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Demand is uneven across tech corridors, residential catchments, transport hubs, industrial depots, and highway routes.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6791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82219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A static station list misses time-of-day congestion and queue pressure.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36168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431596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Planning needs explainable recommendations, not just a map pin export.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1755648"/>
            <a:ext cx="356616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9328" y="208483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Core question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39328" y="26060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Where should Bengaluru add fast-charging capacity so peak stress falls, coverage gaps close, and operators can defend the recommendation?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</a:rPr>
              <a:t>Three working modes cover operations, planning, and audit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15214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 app is a usable dashboard, not a static visualization.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2148840" cy="566928"/>
          </a:xfrm>
          <a:prstGeom prst="roundRect">
            <a:avLst>
              <a:gd name="adj" fmla="val 11290"/>
            </a:avLst>
          </a:prstGeom>
          <a:solidFill>
            <a:srgbClr val="0F766E">
              <a:alpha val="8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2066544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</a:rPr>
              <a:t>Load Monitor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10912" y="1874520"/>
            <a:ext cx="2148840" cy="566928"/>
          </a:xfrm>
          <a:prstGeom prst="roundRect">
            <a:avLst>
              <a:gd name="adj" fmla="val 11290"/>
            </a:avLst>
          </a:prstGeom>
          <a:solidFill>
            <a:srgbClr val="D97706">
              <a:alpha val="8000"/>
            </a:srgbClr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38928" y="2066544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Infrastructure Planner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326880" y="1874520"/>
            <a:ext cx="2148840" cy="566928"/>
          </a:xfrm>
          <a:prstGeom prst="roundRect">
            <a:avLst>
              <a:gd name="adj" fmla="val 11290"/>
            </a:avLst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54896" y="2066544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Science Methods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80360" y="2157984"/>
            <a:ext cx="19202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05472" y="2157984"/>
            <a:ext cx="19202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293522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28895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24-hour slider updates load, critical counts, kW in use, heatmap, and hex grid.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" y="370332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65760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Before/after buildout comparison shows simulated relief on existing stations.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02352" y="293522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288950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15 candidate hubs sorted by priority, demand score, projected sessions, and capacity.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02352" y="370332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36576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Selection mode estimates capacity, sessions, queue relief, and peak kW relief.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400032" y="293522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55480" y="288950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K-Means, polynomial regression, scheduling, baseline comparison, and scoring matrix.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400032" y="370332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55480" y="36576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Audit visuals explain how the recommendation engine reaches its outputs.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SYSTEM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</a:rPr>
              <a:t>Local-first architecture keeps the demo fast and explainable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15214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Data and algorithmic work run in browser-side JavaScript, with deck.gl/map layers rendering the spatial story.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224028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99339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CSV + synthetic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0392" y="235915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Station coordinates, hourly profiles, and candidate factors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46120" y="1828800"/>
            <a:ext cx="224028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0712" y="199339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Algorithm hooks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10712" y="235915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K-Means, regression, scoring, scheduling, baseline comparison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06440" y="1828800"/>
            <a:ext cx="224028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71032" y="199339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React state model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71032" y="235915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Mode, time, filters, selected candidates, comparison view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366760" y="1828800"/>
            <a:ext cx="224028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31352" y="199339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Map + audit UI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31352" y="235915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deck.gl layers, MapLibre map, method panels, control surfaces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26080" y="2267712"/>
            <a:ext cx="256032" cy="384048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2267712"/>
            <a:ext cx="256032" cy="384048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2267712"/>
            <a:ext cx="256032" cy="384048"/>
          </a:xfrm>
          <a:prstGeom prst="chevron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9776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Implementation anchors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449884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" y="44531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src/hooks/useLoadData.js computes real-time load, trends, kW in use, and off-peak windows.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498348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" y="493776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src/hooks/useAlgorithms.js coordinates clustering, regression, scoring, scheduling, and baselines.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449884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44531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src/components/MapView.jsx renders heatmaps, H3 hexagons, station markers, planned sites, and relief arcs.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498348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src/utils/buildoutImpact.js simulates station relief and planned hub load under buildout scenarios.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RECOMMENDATION ENGINE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</a:rPr>
              <a:t>Weighted scoring turns planning criteria into ranked buildout sites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15214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Every candidate is normalized and scored across demand, coverage gap, grid headroom, density, and road access.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9808" y="19385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EV density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898648" y="1965960"/>
            <a:ext cx="329184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98648" y="1965960"/>
            <a:ext cx="3291840" cy="118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938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9808" y="2487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Service gap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98648" y="2514600"/>
            <a:ext cx="329184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98648" y="2514600"/>
            <a:ext cx="2743200" cy="1188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4871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25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9808" y="30358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Grid headroom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898648" y="3063240"/>
            <a:ext cx="329184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98648" y="3063240"/>
            <a:ext cx="2194560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0358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49808" y="35844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Population density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898648" y="3611880"/>
            <a:ext cx="329184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98648" y="3611880"/>
            <a:ext cx="164592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5844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9808" y="41330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Road connectivity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898648" y="4160520"/>
            <a:ext cx="329184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98648" y="4160520"/>
            <a:ext cx="1097280" cy="1188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4133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635240" y="1783080"/>
            <a:ext cx="3566160" cy="3364992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82128" y="20391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Top-ranked sites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82128" y="2523744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33"/>
                </a:solidFill>
              </a:rPr>
              <a:t>1. Sarjapur Road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9528048" y="2523744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0F766E"/>
                </a:solidFill>
              </a:rPr>
              <a:t>81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10012680" y="252374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204 sessions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882128" y="2962656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33"/>
                </a:solidFill>
              </a:rPr>
              <a:t>2. Bannerghatta Road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9528048" y="296265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0F766E"/>
                </a:solidFill>
              </a:rPr>
              <a:t>67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10012680" y="296265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196 sessions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882128" y="3401568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33"/>
                </a:solidFill>
              </a:rPr>
              <a:t>3. BTM Layout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9528048" y="340156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0F766E"/>
                </a:solidFill>
              </a:rPr>
              <a:t>63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10012680" y="340156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188 sessions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882128" y="3840480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33"/>
                </a:solidFill>
              </a:rPr>
              <a:t>4. JP Nagar 6th Phase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9528048" y="384048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0F766E"/>
                </a:solidFill>
              </a:rPr>
              <a:t>60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10012680" y="384048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166 sessions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882128" y="4279392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72033"/>
                </a:solidFill>
              </a:rPr>
              <a:t>5. Hoodi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9528048" y="427939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0F766E"/>
                </a:solidFill>
              </a:rPr>
              <a:t>57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10012680" y="427939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174 sessions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882128" y="45994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Result: 5 high, 5 medium, and 5 low-priority sites for staged deployment.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IMPACT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</a:rPr>
              <a:t>The simulated buildout shifts load away from constrained stations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15214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At the evening demand snapshot, the model estimates meaningful relief while adding new public capacity.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1828800"/>
            <a:ext cx="214884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984248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</a:rPr>
              <a:t>2.4 MW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8096" y="2377440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added capacity across 15 sites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2999232" y="1828800"/>
            <a:ext cx="214884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45536" y="1984248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1,876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45536" y="2377440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projected daily charging sessions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5376672" y="1828800"/>
            <a:ext cx="214884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22976" y="1984248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798 kW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22976" y="2377440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estimated existing-station relief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7754112" y="1828800"/>
            <a:ext cx="214884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0416" y="1984248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</a:rPr>
              <a:t>12 pts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900416" y="2377440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average existing-load reduction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749808" y="3767328"/>
            <a:ext cx="37033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005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Critical stations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444398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Before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737360" y="43708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743200" y="444398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After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56432" y="43708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83480" y="3913632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The model does not claim a final civil-engineering plan; it narrows the decision space and explains tradeoffs.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DEMO 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</a:rPr>
              <a:t>Recommended walkthrough for reviewers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15214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 short path shows the product, the planning output, and the model transparency in one coherent story.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9808" y="1801368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901952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53312" y="17830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Load Monitor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3312" y="2093976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Start at 6 PM, compare heatmap vs hex grid, open station panel, inspect constrained hubs.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49808" y="2825496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92608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53312" y="28072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After Buildout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11810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Toggle the buildout view to show planned hubs and relieved existing load.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49808" y="3849624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395020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53312" y="38313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Infrastructure Planner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53312" y="414223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Sort recommended sites, select high-priority candidates, and review coverage arcs.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9808" y="4873752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4974336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53312" y="48554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Science Methods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53312" y="5166360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Show clustering, regression, scheduling, baseline comparison, and scoring matrix.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NEXT STEPS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</a:rPr>
              <a:t>Where the project can grow next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15214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 current app is a strong local prototype; the next layer is operational integration and validation.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86384" y="192024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87452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Connect live BESCOM feeder constraints, charger telemetry, and queue observations instead of static profiles.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86384" y="253288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48716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Add scenario controls for budget, charger mix, land availability, and feeder upgrade limits.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6384" y="314553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309981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Back-test recommendations against historical load and add confidence intervals around projected sessions.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" y="375818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71246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Export planner decisions as a CSV/PDF package for stakeholder review.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58200" y="1847088"/>
            <a:ext cx="265176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05088" y="2121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Positioning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05088" y="2596896"/>
            <a:ext cx="2103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A practical EV infrastructure intelligence layer for operators who need both map-level clarity and model-level accountability.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BESCOM EV Intelligence Dashboard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BESCOM EV Intelligence Dashboard</dc:title>
  <dc:subject>Project presentation</dc:subject>
  <dc:creator>Codex</dc:creator>
  <cp:lastModifiedBy>Codex</cp:lastModifiedBy>
  <cp:revision>1</cp:revision>
  <dcterms:created xsi:type="dcterms:W3CDTF">2026-05-07T18:15:57Z</dcterms:created>
  <dcterms:modified xsi:type="dcterms:W3CDTF">2026-05-07T18:15:57Z</dcterms:modified>
</cp:coreProperties>
</file>